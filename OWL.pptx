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CD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02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81489-2411-4E18-A6E7-8B439CC4E871}" type="datetimeFigureOut">
              <a:rPr lang="en-US" smtClean="0"/>
              <a:t>5/13/2016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687E4-93D6-4CE8-9F7C-91720B5B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47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81489-2411-4E18-A6E7-8B439CC4E871}" type="datetimeFigureOut">
              <a:rPr lang="en-US" smtClean="0"/>
              <a:t>5/13/2016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687E4-93D6-4CE8-9F7C-91720B5B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36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81489-2411-4E18-A6E7-8B439CC4E871}" type="datetimeFigureOut">
              <a:rPr lang="en-US" smtClean="0"/>
              <a:t>5/13/2016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687E4-93D6-4CE8-9F7C-91720B5B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4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81489-2411-4E18-A6E7-8B439CC4E871}" type="datetimeFigureOut">
              <a:rPr lang="en-US" smtClean="0"/>
              <a:t>5/13/2016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687E4-93D6-4CE8-9F7C-91720B5B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79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81489-2411-4E18-A6E7-8B439CC4E871}" type="datetimeFigureOut">
              <a:rPr lang="en-US" smtClean="0"/>
              <a:t>5/13/2016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687E4-93D6-4CE8-9F7C-91720B5B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93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81489-2411-4E18-A6E7-8B439CC4E871}" type="datetimeFigureOut">
              <a:rPr lang="en-US" smtClean="0"/>
              <a:t>5/13/2016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687E4-93D6-4CE8-9F7C-91720B5B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609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81489-2411-4E18-A6E7-8B439CC4E871}" type="datetimeFigureOut">
              <a:rPr lang="en-US" smtClean="0"/>
              <a:t>5/13/2016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687E4-93D6-4CE8-9F7C-91720B5B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9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81489-2411-4E18-A6E7-8B439CC4E871}" type="datetimeFigureOut">
              <a:rPr lang="en-US" smtClean="0"/>
              <a:t>5/13/2016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687E4-93D6-4CE8-9F7C-91720B5B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310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81489-2411-4E18-A6E7-8B439CC4E871}" type="datetimeFigureOut">
              <a:rPr lang="en-US" smtClean="0"/>
              <a:t>5/13/2016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687E4-93D6-4CE8-9F7C-91720B5B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21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81489-2411-4E18-A6E7-8B439CC4E871}" type="datetimeFigureOut">
              <a:rPr lang="en-US" smtClean="0"/>
              <a:t>5/13/2016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687E4-93D6-4CE8-9F7C-91720B5B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01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81489-2411-4E18-A6E7-8B439CC4E871}" type="datetimeFigureOut">
              <a:rPr lang="en-US" smtClean="0"/>
              <a:t>5/13/2016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687E4-93D6-4CE8-9F7C-91720B5B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97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C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81489-2411-4E18-A6E7-8B439CC4E871}" type="datetimeFigureOut">
              <a:rPr lang="en-US" smtClean="0"/>
              <a:t>5/13/2016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687E4-93D6-4CE8-9F7C-91720B5B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793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038350"/>
            <a:ext cx="9144000" cy="2495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675" y="2514600"/>
            <a:ext cx="51149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393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Functionality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List of all available books on the library</a:t>
            </a:r>
          </a:p>
          <a:p>
            <a:pPr lvl="1"/>
            <a:r>
              <a:rPr lang="en-US" dirty="0" smtClean="0"/>
              <a:t>Regardless of availability (but status will be displayed)</a:t>
            </a:r>
          </a:p>
          <a:p>
            <a:r>
              <a:rPr lang="en-US" dirty="0" smtClean="0"/>
              <a:t>Users to borrow and return books</a:t>
            </a:r>
          </a:p>
          <a:p>
            <a:pPr lvl="1"/>
            <a:r>
              <a:rPr lang="en-US" dirty="0" smtClean="0"/>
              <a:t>Borrow:</a:t>
            </a:r>
          </a:p>
          <a:p>
            <a:pPr lvl="2"/>
            <a:r>
              <a:rPr lang="en-US" dirty="0" smtClean="0"/>
              <a:t>Inputs: username &amp; reasons for borrowing</a:t>
            </a:r>
          </a:p>
          <a:p>
            <a:pPr lvl="2"/>
            <a:r>
              <a:rPr lang="en-US" dirty="0" smtClean="0"/>
              <a:t>Flags the book as unavailable</a:t>
            </a:r>
          </a:p>
          <a:p>
            <a:pPr lvl="1"/>
            <a:r>
              <a:rPr lang="en-US" dirty="0" smtClean="0"/>
              <a:t>Return:</a:t>
            </a:r>
          </a:p>
          <a:p>
            <a:pPr lvl="2"/>
            <a:r>
              <a:rPr lang="en-US" dirty="0" smtClean="0"/>
              <a:t>Input: username</a:t>
            </a:r>
          </a:p>
          <a:p>
            <a:pPr lvl="2"/>
            <a:r>
              <a:rPr lang="en-US" dirty="0" smtClean="0"/>
              <a:t>Flags the book as available</a:t>
            </a:r>
          </a:p>
        </p:txBody>
      </p:sp>
    </p:spTree>
    <p:extLst>
      <p:ext uri="{BB962C8B-B14F-4D97-AF65-F5344CB8AC3E}">
        <p14:creationId xmlns:p14="http://schemas.microsoft.com/office/powerpoint/2010/main" val="306134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Functionality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Automatically determine username of user</a:t>
            </a:r>
          </a:p>
          <a:p>
            <a:r>
              <a:rPr lang="en-US" dirty="0" smtClean="0"/>
              <a:t>Users as admin</a:t>
            </a:r>
          </a:p>
          <a:p>
            <a:r>
              <a:rPr lang="en-US" dirty="0" smtClean="0"/>
              <a:t>Waiting list</a:t>
            </a:r>
          </a:p>
          <a:p>
            <a:r>
              <a:rPr lang="en-US" dirty="0" smtClean="0"/>
              <a:t>Notifications for:</a:t>
            </a:r>
          </a:p>
          <a:p>
            <a:pPr lvl="1"/>
            <a:r>
              <a:rPr lang="en-US" dirty="0" smtClean="0"/>
              <a:t>Due date reminders</a:t>
            </a:r>
          </a:p>
          <a:p>
            <a:pPr lvl="1"/>
            <a:r>
              <a:rPr lang="en-US" dirty="0" smtClean="0"/>
              <a:t>Availability of books on waiting 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4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Technologies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Angular JS</a:t>
            </a:r>
          </a:p>
          <a:p>
            <a:r>
              <a:rPr lang="en-US" dirty="0" smtClean="0"/>
              <a:t>Flask</a:t>
            </a:r>
          </a:p>
          <a:p>
            <a:r>
              <a:rPr lang="en-US" dirty="0" smtClean="0"/>
              <a:t>Python</a:t>
            </a:r>
          </a:p>
          <a:p>
            <a:r>
              <a:rPr lang="en-US" dirty="0" smtClean="0"/>
              <a:t>SQLite</a:t>
            </a:r>
          </a:p>
          <a:p>
            <a:r>
              <a:rPr lang="en-US" dirty="0" smtClean="0"/>
              <a:t>Brackets (Editor)</a:t>
            </a:r>
          </a:p>
          <a:p>
            <a:r>
              <a:rPr lang="en-US" dirty="0" err="1" smtClean="0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09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Thank you! </a:t>
            </a:r>
            <a:r>
              <a:rPr lang="en-US" dirty="0" smtClean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pic>
        <p:nvPicPr>
          <p:cNvPr id="3074" name="Picture 2" descr="https://scontent.xx.fbcdn.net/v/t1.0-9/13178567_10153585720393193_1968332803877128328_n.jpg?oh=3536343b11cca3029716ccf2af2a01b2&amp;oe=57E0BEA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1" r="21989"/>
          <a:stretch/>
        </p:blipFill>
        <p:spPr bwMode="auto">
          <a:xfrm>
            <a:off x="3029484" y="1066800"/>
            <a:ext cx="3085032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30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90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Current Functionality</vt:lpstr>
      <vt:lpstr>Future Functionality</vt:lpstr>
      <vt:lpstr>Technologies Used</vt:lpstr>
      <vt:lpstr>Thank you! </vt:lpstr>
    </vt:vector>
  </TitlesOfParts>
  <Company>FactSet Research Systems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Karen D. Chansuyco</dc:creator>
  <cp:lastModifiedBy>Karen D. Chansuyco</cp:lastModifiedBy>
  <cp:revision>6</cp:revision>
  <dcterms:created xsi:type="dcterms:W3CDTF">2016-05-13T02:45:13Z</dcterms:created>
  <dcterms:modified xsi:type="dcterms:W3CDTF">2016-05-13T03:59:04Z</dcterms:modified>
</cp:coreProperties>
</file>