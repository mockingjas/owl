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0" r:id="rId4"/>
    <p:sldId id="262" r:id="rId5"/>
    <p:sldId id="263" r:id="rId6"/>
    <p:sldId id="264" r:id="rId7"/>
    <p:sldId id="265" r:id="rId8"/>
    <p:sldId id="261" r:id="rId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9CD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88" autoAdjust="0"/>
    <p:restoredTop sz="94660"/>
  </p:normalViewPr>
  <p:slideViewPr>
    <p:cSldViewPr>
      <p:cViewPr varScale="1">
        <p:scale>
          <a:sx n="111" d="100"/>
          <a:sy n="111" d="100"/>
        </p:scale>
        <p:origin x="-1614" y="-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81489-2411-4E18-A6E7-8B439CC4E871}" type="datetimeFigureOut">
              <a:rPr lang="en-US" smtClean="0"/>
              <a:t>5/13/2016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687E4-93D6-4CE8-9F7C-91720B5BB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947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81489-2411-4E18-A6E7-8B439CC4E871}" type="datetimeFigureOut">
              <a:rPr lang="en-US" smtClean="0"/>
              <a:t>5/13/2016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687E4-93D6-4CE8-9F7C-91720B5BB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7360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81489-2411-4E18-A6E7-8B439CC4E871}" type="datetimeFigureOut">
              <a:rPr lang="en-US" smtClean="0"/>
              <a:t>5/13/2016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687E4-93D6-4CE8-9F7C-91720B5BB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0414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81489-2411-4E18-A6E7-8B439CC4E871}" type="datetimeFigureOut">
              <a:rPr lang="en-US" smtClean="0"/>
              <a:t>5/13/2016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687E4-93D6-4CE8-9F7C-91720B5BB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7798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81489-2411-4E18-A6E7-8B439CC4E871}" type="datetimeFigureOut">
              <a:rPr lang="en-US" smtClean="0"/>
              <a:t>5/13/2016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687E4-93D6-4CE8-9F7C-91720B5BB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093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81489-2411-4E18-A6E7-8B439CC4E871}" type="datetimeFigureOut">
              <a:rPr lang="en-US" smtClean="0"/>
              <a:t>5/13/2016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687E4-93D6-4CE8-9F7C-91720B5BB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609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81489-2411-4E18-A6E7-8B439CC4E871}" type="datetimeFigureOut">
              <a:rPr lang="en-US" smtClean="0"/>
              <a:t>5/13/2016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687E4-93D6-4CE8-9F7C-91720B5BB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995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81489-2411-4E18-A6E7-8B439CC4E871}" type="datetimeFigureOut">
              <a:rPr lang="en-US" smtClean="0"/>
              <a:t>5/13/2016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687E4-93D6-4CE8-9F7C-91720B5BB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310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81489-2411-4E18-A6E7-8B439CC4E871}" type="datetimeFigureOut">
              <a:rPr lang="en-US" smtClean="0"/>
              <a:t>5/13/2016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687E4-93D6-4CE8-9F7C-91720B5BB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121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81489-2411-4E18-A6E7-8B439CC4E871}" type="datetimeFigureOut">
              <a:rPr lang="en-US" smtClean="0"/>
              <a:t>5/13/2016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687E4-93D6-4CE8-9F7C-91720B5BB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4016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81489-2411-4E18-A6E7-8B439CC4E871}" type="datetimeFigureOut">
              <a:rPr lang="en-US" smtClean="0"/>
              <a:t>5/13/2016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687E4-93D6-4CE8-9F7C-91720B5BB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597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9CD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F81489-2411-4E18-A6E7-8B439CC4E871}" type="datetimeFigureOut">
              <a:rPr lang="en-US" smtClean="0"/>
              <a:t>5/13/2016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687E4-93D6-4CE8-9F7C-91720B5BB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67939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2038350"/>
            <a:ext cx="9144000" cy="24953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5675" y="2514600"/>
            <a:ext cx="5114925" cy="752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13939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1771"/>
            <a:ext cx="8229600" cy="1143000"/>
          </a:xfrm>
        </p:spPr>
        <p:txBody>
          <a:bodyPr/>
          <a:lstStyle/>
          <a:p>
            <a:r>
              <a:rPr lang="en-US" b="1" dirty="0" smtClean="0">
                <a:solidFill>
                  <a:srgbClr val="00B0F0"/>
                </a:solidFill>
              </a:rPr>
              <a:t>Current Functionality</a:t>
            </a:r>
            <a:endParaRPr lang="en-US" b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4525963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List of all available books on the library</a:t>
            </a:r>
          </a:p>
          <a:p>
            <a:pPr lvl="1"/>
            <a:r>
              <a:rPr lang="en-US" dirty="0" smtClean="0"/>
              <a:t>Regardless of availability (but status will be displayed)</a:t>
            </a:r>
          </a:p>
          <a:p>
            <a:r>
              <a:rPr lang="en-US" dirty="0" smtClean="0"/>
              <a:t>Users to borrow and return books</a:t>
            </a:r>
          </a:p>
          <a:p>
            <a:pPr lvl="1"/>
            <a:r>
              <a:rPr lang="en-US" dirty="0" smtClean="0"/>
              <a:t>Borrow:</a:t>
            </a:r>
          </a:p>
          <a:p>
            <a:pPr lvl="2"/>
            <a:r>
              <a:rPr lang="en-US" dirty="0" smtClean="0"/>
              <a:t>Inputs: username &amp; reasons for borrowing</a:t>
            </a:r>
          </a:p>
          <a:p>
            <a:pPr lvl="2"/>
            <a:r>
              <a:rPr lang="en-US" dirty="0" smtClean="0"/>
              <a:t>Flags the book as unavailable</a:t>
            </a:r>
          </a:p>
          <a:p>
            <a:pPr lvl="1"/>
            <a:r>
              <a:rPr lang="en-US" dirty="0" smtClean="0"/>
              <a:t>Return:</a:t>
            </a:r>
          </a:p>
          <a:p>
            <a:pPr lvl="2"/>
            <a:r>
              <a:rPr lang="en-US" dirty="0" smtClean="0"/>
              <a:t>Input: username</a:t>
            </a:r>
          </a:p>
          <a:p>
            <a:pPr lvl="2"/>
            <a:r>
              <a:rPr lang="en-US" dirty="0" smtClean="0"/>
              <a:t>Flags the book as available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52400" y="5541963"/>
            <a:ext cx="2743200" cy="1326016"/>
            <a:chOff x="152400" y="5541963"/>
            <a:chExt cx="2743200" cy="1326016"/>
          </a:xfrm>
        </p:grpSpPr>
        <p:pic>
          <p:nvPicPr>
            <p:cNvPr id="5" name="Picture 2" descr="C:\Users\gching\Desktop\Hackathon - Owl\pics\O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66509">
              <a:off x="152400" y="5541963"/>
              <a:ext cx="965200" cy="10541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3" descr="C:\Users\gching\Desktop\Hackathon - Owl\pics\W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0600" y="5864679"/>
              <a:ext cx="1270000" cy="1003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4" descr="C:\Users\gching\Desktop\Hackathon - Owl\pics\L.png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42903">
              <a:off x="2057400" y="5554663"/>
              <a:ext cx="838200" cy="10287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13408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00B0F0"/>
                </a:solidFill>
              </a:rPr>
              <a:t>Technologies Used</a:t>
            </a:r>
            <a:endParaRPr lang="en-US" b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Angular JS</a:t>
            </a:r>
          </a:p>
          <a:p>
            <a:r>
              <a:rPr lang="en-US" dirty="0" smtClean="0"/>
              <a:t>Flask</a:t>
            </a:r>
          </a:p>
          <a:p>
            <a:r>
              <a:rPr lang="en-US" dirty="0" smtClean="0"/>
              <a:t>Python</a:t>
            </a:r>
          </a:p>
          <a:p>
            <a:r>
              <a:rPr lang="en-US" dirty="0" smtClean="0"/>
              <a:t>SQLite</a:t>
            </a:r>
          </a:p>
          <a:p>
            <a:r>
              <a:rPr lang="en-US" dirty="0" smtClean="0"/>
              <a:t>Brackets (Editor)</a:t>
            </a:r>
          </a:p>
          <a:p>
            <a:r>
              <a:rPr lang="en-US" dirty="0" err="1" smtClean="0"/>
              <a:t>Github</a:t>
            </a:r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152400" y="5541963"/>
            <a:ext cx="2743200" cy="1326016"/>
            <a:chOff x="152400" y="5541963"/>
            <a:chExt cx="2743200" cy="1326016"/>
          </a:xfrm>
        </p:grpSpPr>
        <p:pic>
          <p:nvPicPr>
            <p:cNvPr id="5" name="Picture 2" descr="C:\Users\gching\Desktop\Hackathon - Owl\pics\O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66509">
              <a:off x="152400" y="5541963"/>
              <a:ext cx="965200" cy="10541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3" descr="C:\Users\gching\Desktop\Hackathon - Owl\pics\W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0600" y="5864679"/>
              <a:ext cx="1270000" cy="1003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4" descr="C:\Users\gching\Desktop\Hackathon - Owl\pics\L.png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42903">
              <a:off x="2057400" y="5554663"/>
              <a:ext cx="838200" cy="10287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28095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C:\Users\gching\Desktop\blue-book-preview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3828" y="381000"/>
            <a:ext cx="4447515" cy="3743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b="1" dirty="0" smtClean="0">
                <a:solidFill>
                  <a:srgbClr val="00B0F0"/>
                </a:solidFill>
              </a:rPr>
              <a:t>Schema</a:t>
            </a:r>
            <a:endParaRPr lang="en-US" b="1" dirty="0">
              <a:solidFill>
                <a:srgbClr val="00B0F0"/>
              </a:solidFill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BOOK</a:t>
            </a:r>
          </a:p>
          <a:p>
            <a:pPr lvl="1"/>
            <a:r>
              <a:rPr lang="en-US" dirty="0" err="1" smtClean="0"/>
              <a:t>bookId</a:t>
            </a:r>
            <a:r>
              <a:rPr lang="en-US" dirty="0" smtClean="0"/>
              <a:t> INTEGER AUTOINCREMENT PK</a:t>
            </a:r>
          </a:p>
          <a:p>
            <a:pPr lvl="1"/>
            <a:r>
              <a:rPr lang="en-US" dirty="0"/>
              <a:t>t</a:t>
            </a:r>
            <a:r>
              <a:rPr lang="en-US" dirty="0" smtClean="0"/>
              <a:t>itle CHAR(100)</a:t>
            </a:r>
          </a:p>
          <a:p>
            <a:pPr lvl="1"/>
            <a:r>
              <a:rPr lang="en-US" dirty="0" err="1"/>
              <a:t>i</a:t>
            </a:r>
            <a:r>
              <a:rPr lang="en-US" dirty="0" err="1" smtClean="0"/>
              <a:t>sbn</a:t>
            </a:r>
            <a:r>
              <a:rPr lang="en-US" dirty="0" smtClean="0"/>
              <a:t> CHAR(100)</a:t>
            </a:r>
          </a:p>
          <a:p>
            <a:pPr lvl="1"/>
            <a:r>
              <a:rPr lang="en-US" dirty="0"/>
              <a:t>g</a:t>
            </a:r>
            <a:r>
              <a:rPr lang="en-US" dirty="0" smtClean="0"/>
              <a:t>enre CHAR(100)</a:t>
            </a:r>
          </a:p>
          <a:p>
            <a:pPr lvl="1"/>
            <a:r>
              <a:rPr lang="en-US" dirty="0"/>
              <a:t>a</a:t>
            </a:r>
            <a:r>
              <a:rPr lang="en-US" dirty="0" smtClean="0"/>
              <a:t>uthor CHAR(100)</a:t>
            </a:r>
          </a:p>
          <a:p>
            <a:pPr lvl="1"/>
            <a:r>
              <a:rPr lang="en-US" dirty="0" err="1"/>
              <a:t>a</a:t>
            </a:r>
            <a:r>
              <a:rPr lang="en-US" dirty="0" err="1" smtClean="0"/>
              <a:t>vail_flag</a:t>
            </a:r>
            <a:r>
              <a:rPr lang="en-US" dirty="0" smtClean="0"/>
              <a:t> BOOLEAN NOT NULL</a:t>
            </a:r>
          </a:p>
          <a:p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152400" y="5541963"/>
            <a:ext cx="2743200" cy="1326016"/>
            <a:chOff x="152400" y="5541963"/>
            <a:chExt cx="2743200" cy="1326016"/>
          </a:xfrm>
        </p:grpSpPr>
        <p:pic>
          <p:nvPicPr>
            <p:cNvPr id="2050" name="Picture 2" descr="C:\Users\gching\Desktop\Hackathon - Owl\pics\O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66509">
              <a:off x="152400" y="5541963"/>
              <a:ext cx="965200" cy="10541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1" name="Picture 3" descr="C:\Users\gching\Desktop\Hackathon - Owl\pics\W.png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0600" y="5864679"/>
              <a:ext cx="1270000" cy="1003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C:\Users\gching\Desktop\Hackathon - Owl\pics\L.png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42903">
              <a:off x="2057400" y="5554663"/>
              <a:ext cx="838200" cy="10287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4314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b="1" dirty="0" smtClean="0">
                <a:solidFill>
                  <a:srgbClr val="00B0F0"/>
                </a:solidFill>
              </a:rPr>
              <a:t>Schema</a:t>
            </a:r>
            <a:endParaRPr lang="en-US" b="1" dirty="0">
              <a:solidFill>
                <a:srgbClr val="00B0F0"/>
              </a:solidFill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USER </a:t>
            </a:r>
          </a:p>
          <a:p>
            <a:pPr lvl="1"/>
            <a:r>
              <a:rPr lang="en-US" dirty="0"/>
              <a:t>u</a:t>
            </a:r>
            <a:r>
              <a:rPr lang="en-US" dirty="0" smtClean="0"/>
              <a:t>sername CHAR(50) PK</a:t>
            </a:r>
          </a:p>
          <a:p>
            <a:pPr lvl="1"/>
            <a:r>
              <a:rPr lang="en-US" dirty="0"/>
              <a:t>n</a:t>
            </a:r>
            <a:r>
              <a:rPr lang="en-US" dirty="0" smtClean="0"/>
              <a:t>ame CHAR(100)</a:t>
            </a:r>
          </a:p>
          <a:p>
            <a:pPr lvl="1"/>
            <a:r>
              <a:rPr lang="en-US" dirty="0" err="1" smtClean="0"/>
              <a:t>isAdmin</a:t>
            </a:r>
            <a:r>
              <a:rPr lang="en-US" dirty="0" smtClean="0"/>
              <a:t> BOOLEAN</a:t>
            </a:r>
          </a:p>
          <a:p>
            <a:pPr marL="0" indent="0">
              <a:buNone/>
            </a:pPr>
            <a:r>
              <a:rPr lang="en-US" dirty="0" smtClean="0"/>
              <a:t>						CIE Engineer </a:t>
            </a:r>
            <a:r>
              <a:rPr lang="en-US" dirty="0" smtClean="0">
                <a:sym typeface="Wingdings" panose="05000000000000000000" pitchFamily="2" charset="2"/>
              </a:rPr>
              <a:t></a:t>
            </a:r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152400" y="5541963"/>
            <a:ext cx="2743200" cy="1326016"/>
            <a:chOff x="152400" y="5541963"/>
            <a:chExt cx="2743200" cy="1326016"/>
          </a:xfrm>
        </p:grpSpPr>
        <p:pic>
          <p:nvPicPr>
            <p:cNvPr id="2050" name="Picture 2" descr="C:\Users\gching\Desktop\Hackathon - Owl\pics\O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66509">
              <a:off x="152400" y="5541963"/>
              <a:ext cx="965200" cy="10541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1" name="Picture 3" descr="C:\Users\gching\Desktop\Hackathon - Owl\pics\W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0600" y="5864679"/>
              <a:ext cx="1270000" cy="1003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C:\Users\gching\Desktop\Hackathon - Owl\pics\L.png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42903">
              <a:off x="2057400" y="5554663"/>
              <a:ext cx="838200" cy="10287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3" name="Picture 5" descr="C:\Users\gching\Documents\My Received Files\logo.jp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8400" y="685800"/>
            <a:ext cx="2264229" cy="2892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60338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b="1" dirty="0" smtClean="0">
                <a:solidFill>
                  <a:srgbClr val="00B0F0"/>
                </a:solidFill>
              </a:rPr>
              <a:t>Schema</a:t>
            </a:r>
            <a:endParaRPr lang="en-US" b="1" dirty="0">
              <a:solidFill>
                <a:srgbClr val="00B0F0"/>
              </a:solidFill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381000" y="1371373"/>
            <a:ext cx="8229600" cy="4525963"/>
          </a:xfrm>
        </p:spPr>
        <p:txBody>
          <a:bodyPr/>
          <a:lstStyle/>
          <a:p>
            <a:r>
              <a:rPr lang="en-US" dirty="0" smtClean="0"/>
              <a:t>BORROW</a:t>
            </a:r>
          </a:p>
          <a:p>
            <a:pPr lvl="1"/>
            <a:r>
              <a:rPr lang="en-US" dirty="0" err="1" smtClean="0"/>
              <a:t>borrowId</a:t>
            </a:r>
            <a:r>
              <a:rPr lang="en-US" dirty="0" smtClean="0"/>
              <a:t> INTEGER AUTOINCREMENT </a:t>
            </a:r>
            <a:r>
              <a:rPr lang="en-US" b="1" dirty="0" smtClean="0"/>
              <a:t>PK</a:t>
            </a:r>
          </a:p>
          <a:p>
            <a:pPr lvl="1"/>
            <a:r>
              <a:rPr lang="en-US" dirty="0" err="1" smtClean="0"/>
              <a:t>borrowDate</a:t>
            </a:r>
            <a:r>
              <a:rPr lang="en-US" dirty="0" smtClean="0"/>
              <a:t> DATE</a:t>
            </a:r>
          </a:p>
          <a:p>
            <a:pPr lvl="1"/>
            <a:r>
              <a:rPr lang="en-US" dirty="0" err="1" smtClean="0"/>
              <a:t>dueDate</a:t>
            </a:r>
            <a:r>
              <a:rPr lang="en-US" dirty="0" smtClean="0"/>
              <a:t> DATE</a:t>
            </a:r>
          </a:p>
          <a:p>
            <a:pPr lvl="1"/>
            <a:r>
              <a:rPr lang="en-US" dirty="0" err="1" smtClean="0"/>
              <a:t>returnDate</a:t>
            </a:r>
            <a:endParaRPr lang="en-US" dirty="0" smtClean="0"/>
          </a:p>
          <a:p>
            <a:pPr lvl="1"/>
            <a:r>
              <a:rPr lang="en-US" dirty="0" err="1" smtClean="0"/>
              <a:t>borrowReason</a:t>
            </a:r>
            <a:endParaRPr lang="en-US" dirty="0" smtClean="0"/>
          </a:p>
          <a:p>
            <a:pPr lvl="1"/>
            <a:r>
              <a:rPr lang="en-US" dirty="0"/>
              <a:t>u</a:t>
            </a:r>
            <a:r>
              <a:rPr lang="en-US" dirty="0" smtClean="0"/>
              <a:t>sername </a:t>
            </a:r>
            <a:r>
              <a:rPr lang="en-US" b="1" dirty="0" smtClean="0"/>
              <a:t>FK</a:t>
            </a:r>
            <a:r>
              <a:rPr lang="en-US" dirty="0" smtClean="0"/>
              <a:t> USER(username)</a:t>
            </a:r>
          </a:p>
          <a:p>
            <a:pPr lvl="1"/>
            <a:r>
              <a:rPr lang="en-US" dirty="0" err="1" smtClean="0"/>
              <a:t>bookId</a:t>
            </a:r>
            <a:r>
              <a:rPr lang="en-US" dirty="0" smtClean="0"/>
              <a:t> </a:t>
            </a:r>
            <a:r>
              <a:rPr lang="en-US" b="1" dirty="0" smtClean="0"/>
              <a:t>FK</a:t>
            </a:r>
            <a:r>
              <a:rPr lang="en-US" dirty="0" smtClean="0"/>
              <a:t> BOOK(</a:t>
            </a:r>
            <a:r>
              <a:rPr lang="en-US" dirty="0" err="1" smtClean="0"/>
              <a:t>bookID</a:t>
            </a:r>
            <a:r>
              <a:rPr lang="en-US" dirty="0" smtClean="0"/>
              <a:t>)</a:t>
            </a:r>
          </a:p>
          <a:p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152400" y="5541963"/>
            <a:ext cx="2743200" cy="1326016"/>
            <a:chOff x="152400" y="5541963"/>
            <a:chExt cx="2743200" cy="1326016"/>
          </a:xfrm>
        </p:grpSpPr>
        <p:pic>
          <p:nvPicPr>
            <p:cNvPr id="2050" name="Picture 2" descr="C:\Users\gching\Desktop\Hackathon - Owl\pics\O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66509">
              <a:off x="152400" y="5541963"/>
              <a:ext cx="965200" cy="10541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1" name="Picture 3" descr="C:\Users\gching\Desktop\Hackathon - Owl\pics\W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0600" y="5864679"/>
              <a:ext cx="1270000" cy="1003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C:\Users\gching\Desktop\Hackathon - Owl\pics\L.png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42903">
              <a:off x="2057400" y="5554663"/>
              <a:ext cx="838200" cy="10287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8808930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00B0F0"/>
                </a:solidFill>
              </a:rPr>
              <a:t>Future Functionality</a:t>
            </a:r>
            <a:endParaRPr lang="en-US" b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Automatically determine username of user</a:t>
            </a:r>
          </a:p>
          <a:p>
            <a:r>
              <a:rPr lang="en-US" dirty="0" smtClean="0"/>
              <a:t>Users as admin</a:t>
            </a:r>
          </a:p>
          <a:p>
            <a:r>
              <a:rPr lang="en-US" dirty="0" smtClean="0"/>
              <a:t>Waiting list</a:t>
            </a:r>
          </a:p>
          <a:p>
            <a:r>
              <a:rPr lang="en-US" dirty="0" smtClean="0"/>
              <a:t>Notifications for:</a:t>
            </a:r>
          </a:p>
          <a:p>
            <a:pPr lvl="1"/>
            <a:r>
              <a:rPr lang="en-US" dirty="0" smtClean="0"/>
              <a:t>Due date reminders</a:t>
            </a:r>
          </a:p>
          <a:p>
            <a:pPr lvl="1"/>
            <a:r>
              <a:rPr lang="en-US" dirty="0" smtClean="0"/>
              <a:t>Availability of books on waiting list</a:t>
            </a:r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152400" y="5541963"/>
            <a:ext cx="2743200" cy="1326016"/>
            <a:chOff x="152400" y="5541963"/>
            <a:chExt cx="2743200" cy="1326016"/>
          </a:xfrm>
        </p:grpSpPr>
        <p:pic>
          <p:nvPicPr>
            <p:cNvPr id="5" name="Picture 2" descr="C:\Users\gching\Desktop\Hackathon - Owl\pics\O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66509">
              <a:off x="152400" y="5541963"/>
              <a:ext cx="965200" cy="10541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3" descr="C:\Users\gching\Desktop\Hackathon - Owl\pics\W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0600" y="5864679"/>
              <a:ext cx="1270000" cy="1003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4" descr="C:\Users\gching\Desktop\Hackathon - Owl\pics\L.png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42903">
              <a:off x="2057400" y="5554663"/>
              <a:ext cx="838200" cy="10287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3301207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>
            <a:normAutofit/>
          </a:bodyPr>
          <a:lstStyle/>
          <a:p>
            <a:r>
              <a:rPr lang="en-US" b="1" dirty="0" smtClean="0">
                <a:solidFill>
                  <a:srgbClr val="00B0F0"/>
                </a:solidFill>
              </a:rPr>
              <a:t>Meet the team! </a:t>
            </a:r>
            <a:r>
              <a:rPr lang="en-US" b="1" dirty="0" smtClean="0">
                <a:solidFill>
                  <a:srgbClr val="00B0F0"/>
                </a:solidFill>
                <a:sym typeface="Wingdings" panose="05000000000000000000" pitchFamily="2" charset="2"/>
              </a:rPr>
              <a:t></a:t>
            </a:r>
            <a:endParaRPr lang="en-US" b="1" dirty="0">
              <a:solidFill>
                <a:srgbClr val="00B0F0"/>
              </a:solidFill>
            </a:endParaRPr>
          </a:p>
        </p:txBody>
      </p:sp>
      <p:pic>
        <p:nvPicPr>
          <p:cNvPr id="3074" name="Picture 2" descr="https://scontent.xx.fbcdn.net/v/t1.0-9/13178567_10153585720393193_1968332803877128328_n.jpg?oh=3536343b11cca3029716ccf2af2a01b2&amp;oe=57E0BEA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81" r="21989"/>
          <a:stretch/>
        </p:blipFill>
        <p:spPr bwMode="auto">
          <a:xfrm>
            <a:off x="3029484" y="1066800"/>
            <a:ext cx="3085032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73032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144</Words>
  <Application>Microsoft Office PowerPoint</Application>
  <PresentationFormat>On-screen Show (4:3)</PresentationFormat>
  <Paragraphs>48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PowerPoint Presentation</vt:lpstr>
      <vt:lpstr>Current Functionality</vt:lpstr>
      <vt:lpstr>Technologies Used</vt:lpstr>
      <vt:lpstr>Schema</vt:lpstr>
      <vt:lpstr>Schema</vt:lpstr>
      <vt:lpstr>Schema</vt:lpstr>
      <vt:lpstr>Future Functionality</vt:lpstr>
      <vt:lpstr>Meet the team! </vt:lpstr>
    </vt:vector>
  </TitlesOfParts>
  <Company>FactSet Research Systems Inc.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Karen D. Chansuyco</dc:creator>
  <cp:lastModifiedBy>Karen D. Chansuyco</cp:lastModifiedBy>
  <cp:revision>13</cp:revision>
  <dcterms:created xsi:type="dcterms:W3CDTF">2016-05-13T02:45:13Z</dcterms:created>
  <dcterms:modified xsi:type="dcterms:W3CDTF">2016-05-13T04:28:05Z</dcterms:modified>
</cp:coreProperties>
</file>